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0"/>
    <p:restoredTop sz="94658"/>
  </p:normalViewPr>
  <p:slideViewPr>
    <p:cSldViewPr snapToGrid="0" snapToObjects="1">
      <p:cViewPr>
        <p:scale>
          <a:sx n="110" d="100"/>
          <a:sy n="110" d="100"/>
        </p:scale>
        <p:origin x="928" y="9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0000" y="45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1" spc="200">
                <a:solidFill>
                  <a:srgbClr val="2563EB"/>
                </a:solidFill>
                <a:latin typeface="Helvetica Neue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700000"/>
            <a:ext cx="80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2400" b="1">
                <a:solidFill>
                  <a:srgbClr val="0F172A"/>
                </a:solidFill>
                <a:latin typeface="Hiragino Sans"/>
              </a:rPr>
              <a:t>本日の中身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0000" y="1250000"/>
            <a:ext cx="400000" cy="0"/>
          </a:xfrm>
          <a:prstGeom prst="line">
            <a:avLst/>
          </a:prstGeom>
          <a:ln w="1524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0000" y="1600000"/>
            <a:ext cx="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</a:pPr>
            <a:r>
              <a:rPr sz="2600" b="1">
                <a:solidFill>
                  <a:srgbClr val="E2E8F0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000" y="1650000"/>
            <a:ext cx="7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600" b="1">
                <a:solidFill>
                  <a:srgbClr val="0F172A"/>
                </a:solidFill>
                <a:latin typeface="Hiragino Sans"/>
              </a:rPr>
              <a:t>ヨミテ デイリーニュース自動配信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000" y="198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64748B"/>
                </a:solidFill>
                <a:latin typeface="Hiragino Sans"/>
              </a:rPr>
              <a:t>毎朝8:00  /  Slack自動投稿  /  5商品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0000" y="2300000"/>
            <a:ext cx="79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0000" y="2380000"/>
            <a:ext cx="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</a:pPr>
            <a:r>
              <a:rPr sz="2600" b="1">
                <a:solidFill>
                  <a:srgbClr val="E2E8F0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000" y="2430000"/>
            <a:ext cx="7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600" b="1">
                <a:solidFill>
                  <a:srgbClr val="0F172A"/>
                </a:solidFill>
                <a:latin typeface="Hiragino Sans"/>
              </a:rPr>
              <a:t>KOSURI / FV Mixer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000" y="276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64748B"/>
                </a:solidFill>
                <a:latin typeface="Hiragino Sans"/>
              </a:rPr>
              <a:t>動画FV差し替えWebアプリ  /  Cloud Run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000" y="3080000"/>
            <a:ext cx="79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0000" y="3160000"/>
            <a:ext cx="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</a:pPr>
            <a:r>
              <a:rPr sz="2600" b="1">
                <a:solidFill>
                  <a:srgbClr val="E2E8F0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000" y="3210000"/>
            <a:ext cx="7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600" b="1">
                <a:solidFill>
                  <a:srgbClr val="0F172A"/>
                </a:solidFill>
                <a:latin typeface="Hiragino Sans"/>
              </a:rPr>
              <a:t>セツナトレイン2 企画設計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000" y="354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64748B"/>
                </a:solidFill>
                <a:latin typeface="Hiragino Sans"/>
              </a:rPr>
              <a:t>ストーリーボード一式をAIで完結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000" y="3860000"/>
            <a:ext cx="79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0000" y="3940000"/>
            <a:ext cx="8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999"/>
              </a:lnSpc>
            </a:pPr>
            <a:r>
              <a:rPr sz="2600" b="1">
                <a:solidFill>
                  <a:srgbClr val="E2E8F0"/>
                </a:solidFill>
                <a:latin typeface="Helvetica Neu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000" y="3990000"/>
            <a:ext cx="7000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600" b="1">
                <a:solidFill>
                  <a:srgbClr val="0F172A"/>
                </a:solidFill>
                <a:latin typeface="Hiragino Sans"/>
              </a:rPr>
              <a:t>ameru / らぶいーず 商品LP量産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000" y="432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0">
                <a:solidFill>
                  <a:srgbClr val="64748B"/>
                </a:solidFill>
                <a:latin typeface="Hiragino Sans"/>
              </a:rPr>
              <a:t>10パターン + 画像17本をAIで生成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000" y="4640000"/>
            <a:ext cx="79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0000" y="4763500"/>
            <a:ext cx="81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0000" y="4803500"/>
            <a:ext cx="7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850" b="0">
                <a:solidFill>
                  <a:srgbClr val="64748B"/>
                </a:solidFill>
                <a:latin typeface="Hiragino Sans"/>
              </a:rPr>
              <a:t>AI共有会  /  ヨミテ業務でAIで作ったもの  /  2026.04.23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000" y="4803500"/>
            <a:ext cx="1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4999"/>
              </a:lnSpc>
            </a:pPr>
            <a:r>
              <a:rPr sz="850" b="0">
                <a:solidFill>
                  <a:srgbClr val="64748B"/>
                </a:solidFill>
                <a:latin typeface="Hiragino Sans"/>
              </a:rPr>
              <a:t>02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0000" y="430000"/>
            <a:ext cx="1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1" spc="200">
                <a:solidFill>
                  <a:srgbClr val="2563EB"/>
                </a:solidFill>
                <a:latin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450000"/>
            <a:ext cx="35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spc="100">
                <a:solidFill>
                  <a:srgbClr val="64748B"/>
                </a:solidFill>
                <a:latin typeface="Helvetica Neue"/>
              </a:rPr>
              <a:t>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750000"/>
            <a:ext cx="4100000" cy="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0F172A"/>
                </a:solidFill>
                <a:latin typeface="Hiragino Sans"/>
              </a:rPr>
              <a:t>ヨミテ デイリーニュース自動配信システム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0000" y="1700000"/>
            <a:ext cx="500000" cy="0"/>
          </a:xfrm>
          <a:prstGeom prst="line">
            <a:avLst/>
          </a:prstGeom>
          <a:ln w="1524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0000" y="190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17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ヨミテ5商品（on:myskin / プルーストクリーム2 / 伸長ぐんぐん習慣 / RKL / アポバスターF）の市場データを、毎朝8:00に Slack #yomite_ai-agents へ自動投稿。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88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315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AIエージェントが前日データ取得 → 商品ごとに「1枚で市場状況がわかるチャート」を自動生成 → Slackにメイン+スレッド投稿。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386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413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朝会の情報収集工数ゼロ。仕組み確立後は完全放置で毎朝稼働中。  実働 2〜3日。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0" y="600000"/>
            <a:ext cx="4400000" cy="385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00000" y="600000"/>
            <a:ext cx="4400000" cy="3850000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2026-04-23_voyage_00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000" y="1225000"/>
            <a:ext cx="4160000" cy="260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00000" y="4530000"/>
            <a:ext cx="4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999"/>
              </a:lnSpc>
            </a:pPr>
            <a:r>
              <a:rPr sz="900" b="0">
                <a:solidFill>
                  <a:srgbClr val="64748B"/>
                </a:solidFill>
                <a:latin typeface="Hiragino Sans"/>
              </a:rPr>
              <a:t>自動生成される日次ダッシュボード（2026.04.23 発行版）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0000" y="4763500"/>
            <a:ext cx="81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44000" y="4803500"/>
            <a:ext cx="1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4999"/>
              </a:lnSpc>
            </a:pPr>
            <a:r>
              <a:rPr sz="850" b="0">
                <a:solidFill>
                  <a:srgbClr val="64748B"/>
                </a:solidFill>
                <a:latin typeface="Hiragino Sans"/>
              </a:rPr>
              <a:t>03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0000" y="430000"/>
            <a:ext cx="1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1" spc="200">
                <a:solidFill>
                  <a:srgbClr val="2563EB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450000"/>
            <a:ext cx="35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spc="100">
                <a:solidFill>
                  <a:srgbClr val="64748B"/>
                </a:solidFill>
                <a:latin typeface="Helvetica Neue"/>
              </a:rPr>
              <a:t>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750000"/>
            <a:ext cx="4100000" cy="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0F172A"/>
                </a:solidFill>
                <a:latin typeface="Hiragino Sans"/>
              </a:rPr>
              <a:t>KOSURI / FV Mixer Studio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0000" y="1700000"/>
            <a:ext cx="500000" cy="0"/>
          </a:xfrm>
          <a:prstGeom prst="line">
            <a:avLst/>
          </a:prstGeom>
          <a:ln w="1524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0000" y="190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17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ショート広告のFV（冒頭3秒）差し替え＋BGM＋注釈合成を、ブラウザで完結するWebアプリ化。Google Cloud Run 稼働。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88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315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FVテロップ位置をAIが自動検出（v5ハイブリッド方式）。商品プロファイル対応で複数商品を一元運用。動画編集AIパイプライン（台本→mp4）が土台。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386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413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従来：編集者発注で1本数日  →  誰でもブラウザで即生成。  実働 約3週間。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0" y="600000"/>
            <a:ext cx="4400000" cy="385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00000" y="600000"/>
            <a:ext cx="4400000" cy="3850000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00000" y="4530000"/>
            <a:ext cx="4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999"/>
              </a:lnSpc>
            </a:pPr>
            <a:r>
              <a:rPr sz="900" b="0">
                <a:solidFill>
                  <a:srgbClr val="64748B"/>
                </a:solidFill>
                <a:latin typeface="Hiragino Sans"/>
              </a:rPr>
              <a:t>KOSURI 実装アーキテクチャ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0000" y="4763500"/>
            <a:ext cx="81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44000" y="4803500"/>
            <a:ext cx="1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4999"/>
              </a:lnSpc>
            </a:pPr>
            <a:r>
              <a:rPr sz="850" b="0">
                <a:solidFill>
                  <a:srgbClr val="64748B"/>
                </a:solidFill>
                <a:latin typeface="Hiragino Sans"/>
              </a:rPr>
              <a:t>04 / 07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E410ADBF-34F3-4B4C-CA8B-099F30AE9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210" y="931171"/>
            <a:ext cx="4319790" cy="35188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0000" y="430000"/>
            <a:ext cx="1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1" spc="200">
                <a:solidFill>
                  <a:srgbClr val="2563EB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450000"/>
            <a:ext cx="35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spc="100">
                <a:solidFill>
                  <a:srgbClr val="64748B"/>
                </a:solidFill>
                <a:latin typeface="Helvetica Neue"/>
              </a:rPr>
              <a:t>CREATIVE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750000"/>
            <a:ext cx="4100000" cy="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0F172A"/>
                </a:solidFill>
                <a:latin typeface="Hiragino Sans"/>
              </a:rPr>
              <a:t>セツナトレイン2 企画設計をAIで完結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0000" y="1700000"/>
            <a:ext cx="500000" cy="0"/>
          </a:xfrm>
          <a:prstGeom prst="line">
            <a:avLst/>
          </a:prstGeom>
          <a:ln w="1524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0000" y="190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17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ショート動画「セツナトレイン2」の企画一式をゼロからAIで完結。コンセプト（謎解きスイーツ巡り旅）／戦略／スクリプト／絵コンテ／フック案64パターン。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88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315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ブレストから構造化までAIに任せて、成果物は GitHub Pages で即共有可能な形に。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386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413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従来：企画会議＋台本家で数日〜1週間  →  AIで実働1日（約8時間）で一気通貫完成。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0" y="600000"/>
            <a:ext cx="4400000" cy="385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00000" y="600000"/>
            <a:ext cx="4400000" cy="3850000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04_setsuna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000" y="720000"/>
            <a:ext cx="2888000" cy="361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00000" y="4530000"/>
            <a:ext cx="4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999"/>
              </a:lnSpc>
            </a:pPr>
            <a:r>
              <a:rPr sz="900" b="0">
                <a:solidFill>
                  <a:srgbClr val="64748B"/>
                </a:solidFill>
                <a:latin typeface="Hiragino Sans"/>
              </a:rPr>
              <a:t>ストーリーボード v2.0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0000" y="4763500"/>
            <a:ext cx="81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44000" y="4803500"/>
            <a:ext cx="1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4999"/>
              </a:lnSpc>
            </a:pPr>
            <a:r>
              <a:rPr sz="850" b="0">
                <a:solidFill>
                  <a:srgbClr val="64748B"/>
                </a:solidFill>
                <a:latin typeface="Hiragino Sans"/>
              </a:rPr>
              <a:t>05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0000" y="430000"/>
            <a:ext cx="12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100" b="1" spc="200">
                <a:solidFill>
                  <a:srgbClr val="2563EB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00" y="450000"/>
            <a:ext cx="35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00" b="0" spc="100">
                <a:solidFill>
                  <a:srgbClr val="64748B"/>
                </a:solidFill>
                <a:latin typeface="Helvetica Neue"/>
              </a:rPr>
              <a:t>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750000"/>
            <a:ext cx="4100000" cy="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0F172A"/>
                </a:solidFill>
                <a:latin typeface="Hiragino Sans"/>
              </a:rPr>
              <a:t>ameru / らぶいーず 商品LP量産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0000" y="1700000"/>
            <a:ext cx="500000" cy="0"/>
          </a:xfrm>
          <a:prstGeom prst="line">
            <a:avLst/>
          </a:prstGeom>
          <a:ln w="1524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0000" y="190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217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「ameru / らぶいーず あみぐるみキット」の商品LPを、10パターン + 専用画像17本 をAIで量産して公開。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88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315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ベンチマークLPから勝ちパターン抽出。LPコピー＋ビジュアル両方AI生成。「LP制作再現性スキル」として次案件に転用可能な仕組み化。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000" y="3860000"/>
            <a:ext cx="41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1" spc="150">
                <a:solidFill>
                  <a:srgbClr val="2563EB"/>
                </a:solidFill>
                <a:latin typeface="Helvetica Neue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4130000"/>
            <a:ext cx="41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334155"/>
                </a:solidFill>
                <a:latin typeface="Hiragino Sans"/>
              </a:rPr>
              <a:t>従来：LP1本で数日×10本＝数週間  →  実働4〜5日で10本+画像17本。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0" y="600000"/>
            <a:ext cx="4400000" cy="3850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00000" y="600000"/>
            <a:ext cx="4400000" cy="3850000"/>
          </a:xfrm>
          <a:prstGeom prst="rect">
            <a:avLst/>
          </a:prstGeom>
          <a:noFill/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05_ameru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000" y="720000"/>
            <a:ext cx="2888000" cy="361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00000" y="4530000"/>
            <a:ext cx="44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999"/>
              </a:lnSpc>
            </a:pPr>
            <a:r>
              <a:rPr sz="900" b="0">
                <a:solidFill>
                  <a:srgbClr val="64748B"/>
                </a:solidFill>
                <a:latin typeface="Hiragino Sans"/>
              </a:rPr>
              <a:t>ameru × らぶいーず 商品LP 10パターン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0000" y="4763500"/>
            <a:ext cx="81440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44000" y="4803500"/>
            <a:ext cx="100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4999"/>
              </a:lnSpc>
            </a:pPr>
            <a:r>
              <a:rPr sz="850" b="0">
                <a:solidFill>
                  <a:srgbClr val="64748B"/>
                </a:solidFill>
                <a:latin typeface="Hiragino Sans"/>
              </a:rPr>
              <a:t>06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408</Words>
  <Application>Microsoft Macintosh PowerPoint</Application>
  <PresentationFormat>画面に合わせる (16:9)</PresentationFormat>
  <Paragraphs>60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Hiragino Sans</vt:lpstr>
      <vt:lpstr>Arial</vt:lpstr>
      <vt:lpstr>Calibri</vt:lpstr>
      <vt:lpstr>Helvetica Neue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澤田 一進</cp:lastModifiedBy>
  <cp:revision>2</cp:revision>
  <dcterms:created xsi:type="dcterms:W3CDTF">2013-01-27T09:14:16Z</dcterms:created>
  <dcterms:modified xsi:type="dcterms:W3CDTF">2026-04-23T05:50:31Z</dcterms:modified>
  <cp:category/>
</cp:coreProperties>
</file>